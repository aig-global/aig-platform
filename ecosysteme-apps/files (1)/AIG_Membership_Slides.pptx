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MEMBERSHIPS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level. Start anytime.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37360" y="93268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978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316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82112" y="93268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978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82112" y="1316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3268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3A5090"/>
          </a:solidFill>
          <a:ln w="12700">
            <a:solidFill>
              <a:srgbClr val="3A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978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6864" y="1316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€699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93268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978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71616" y="1316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€1,099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16368" y="93268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978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16368" y="1316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€2,999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700784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7556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fee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82112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6864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€699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71616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€1,099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16368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€2,999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084832"/>
            <a:ext cx="850392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1396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21396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82112" y="21396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21396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€5,000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71616" y="21396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€10,000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16368" y="21396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46888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25237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levels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37360" y="25237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82112" y="25237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levels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26864" y="25237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levels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71616" y="25237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levels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16368" y="25237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levels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2852928"/>
            <a:ext cx="850392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commission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737360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82112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26864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71616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16368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236976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" y="32918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737360" y="3291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182112" y="3291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626864" y="3291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071616" y="3291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16368" y="32918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+ Future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21024"/>
            <a:ext cx="850392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36758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Marketplace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737360" y="36758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182112" y="36758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626864" y="36758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071616" y="36758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516368" y="36758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Full+Priority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4005072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3192" y="40599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737360" y="40599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182112" y="40599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626864" y="40599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071616" y="40599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516368" y="40599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4389120"/>
            <a:ext cx="850392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3192" y="4443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MoneyGames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737360" y="44439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182112" y="44439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626864" y="44439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071616" y="44439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516368" y="44439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20040" y="4773168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3192" y="4828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1737360" y="4828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3182112" y="4828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626864" y="4828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Academy+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071616" y="4828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516368" y="4828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Full+Mentoring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20040" y="5157216"/>
            <a:ext cx="850392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3192" y="52120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Apps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737360" y="5212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182112" y="5212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626864" y="5212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071616" y="5212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7516368" y="5212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20040" y="499262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participation is optional and subject to applicable law. Commissions from eligible product/service sales per the AIG compensation plan. Results vary.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MEMBERSHIP DETAILS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level. Full value.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57400" cy="3931920"/>
          </a:xfrm>
          <a:prstGeom prst="roundRect">
            <a:avLst>
              <a:gd name="adj" fmla="val 6222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" y="14630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your AI journey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792224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fee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€399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414016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505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€1,000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Apps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7124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9136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33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4535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MoneyGames + Referrals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50592" y="1005840"/>
            <a:ext cx="2057400" cy="3931920"/>
          </a:xfrm>
          <a:prstGeom prst="roundRect">
            <a:avLst>
              <a:gd name="adj" fmla="val 6222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50592" y="10789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60320" y="14630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your business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87752" y="1792224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fee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87752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€699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587752" y="2414016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24505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87752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€5,000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587752" y="30906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87752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Apps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87752" y="37124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87752" y="39136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87752" y="433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87752" y="4535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WDM + Mentoring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26864" y="1005840"/>
            <a:ext cx="2057400" cy="3931920"/>
          </a:xfrm>
          <a:prstGeom prst="roundRect">
            <a:avLst>
              <a:gd name="adj" fmla="val 6222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26864" y="10789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36592" y="14630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64024" y="1792224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fee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64024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€1,099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64024" y="2414016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4024" y="24505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64024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€10,000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764024" y="30906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64024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Suite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64024" y="37124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64024" y="39136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Academy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64024" y="433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64024" y="4535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WDM + Leadership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03136" y="1005840"/>
            <a:ext cx="2057400" cy="3931920"/>
          </a:xfrm>
          <a:prstGeom prst="roundRect">
            <a:avLst>
              <a:gd name="adj" fmla="val 6222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03136" y="10789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Business+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12864" y="14630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Unlimited. Including the future.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40296" y="1792224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0296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fee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40296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€2,999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940296" y="2414016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0296" y="24505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40296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940296" y="30906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40296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Apps + All Future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940296" y="37124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40296" y="39136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+ 1:1 Mentoring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940296" y="433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940296" y="4535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future AI Apps free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REFERRAL COMMISSION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levels of commissions.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are paid in accordance with the AIG compensation plan on qualifying purchases. Not a guaranteed income.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389888"/>
            <a:ext cx="7772400" cy="475488"/>
          </a:xfrm>
          <a:prstGeom prst="roundRect">
            <a:avLst>
              <a:gd name="adj" fmla="val 1538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4356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78024" y="1499616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referrals — your personal network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3000" y="1956816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0482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00253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35224" y="20665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network — 2nd generation referrals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600200" y="2523744"/>
            <a:ext cx="5943600" cy="475488"/>
          </a:xfrm>
          <a:prstGeom prst="roundRect">
            <a:avLst>
              <a:gd name="adj" fmla="val 15385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615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56946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92424" y="2633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generation network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57400" y="3090672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264070"/>
          </a:solidFill>
          <a:ln w="12700">
            <a:solidFill>
              <a:srgbClr val="26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3182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31363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49624" y="3200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generation network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14600" y="3657600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1C3060"/>
          </a:solidFill>
          <a:ln w="12700">
            <a:solidFill>
              <a:srgbClr val="1C3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749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7033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06824" y="3767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generation network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71800" y="4224528"/>
            <a:ext cx="3200400" cy="475488"/>
          </a:xfrm>
          <a:prstGeom prst="roundRect">
            <a:avLst>
              <a:gd name="adj" fmla="val 15385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4315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427024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764024" y="4334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generation network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4956048"/>
            <a:ext cx="7772400" cy="256032"/>
          </a:xfrm>
          <a:prstGeom prst="roundRect">
            <a:avLst>
              <a:gd name="adj" fmla="val 25000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956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30+20+15+10+3+2 = 80% of eligible commissions distributed across 6 levels to the AIG network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YOUR UPGRADE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level at a time. Your pace.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0607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exploring. Earn from day one.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97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65392" y="109728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0972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65392" y="12801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664208"/>
            <a:ext cx="274320" cy="2011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17830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18379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1792" y="2167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tools. First commission levels.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0" y="187452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1874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2920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€399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65392" y="187452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65392" y="187452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65392" y="2057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€1,000</a:t>
            </a:r>
            <a:endParaRPr lang="en-US" sz="13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441448"/>
            <a:ext cx="274320" cy="20116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57200" y="25603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21792" y="26151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21792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professional AI suite. Academy access.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5029200" y="265176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26517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02920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€699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565392" y="265176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65392" y="26517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565392" y="2834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€5,000</a:t>
            </a:r>
            <a:endParaRPr lang="en-US" sz="13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18688"/>
            <a:ext cx="274320" cy="20116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457200" y="33375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621792" y="3392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621792" y="3721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ecosystem. Mentoring included.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5029200" y="342900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29200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502920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€1,099</a:t>
            </a:r>
            <a:endParaRPr lang="en-US" sz="1400" dirty="0"/>
          </a:p>
        </p:txBody>
      </p:sp>
      <p:sp>
        <p:nvSpPr>
          <p:cNvPr id="40" name="Shape 35"/>
          <p:cNvSpPr/>
          <p:nvPr/>
        </p:nvSpPr>
        <p:spPr>
          <a:xfrm>
            <a:off x="6565392" y="342900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565392" y="342900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565392" y="36118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€10,000</a:t>
            </a:r>
            <a:endParaRPr lang="en-US" sz="13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95928"/>
            <a:ext cx="274320" cy="20116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457200" y="41148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Text 39"/>
          <p:cNvSpPr/>
          <p:nvPr/>
        </p:nvSpPr>
        <p:spPr>
          <a:xfrm>
            <a:off x="621792" y="4169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Business+</a:t>
            </a:r>
            <a:endParaRPr lang="en-US" sz="1500" dirty="0"/>
          </a:p>
        </p:txBody>
      </p:sp>
      <p:sp>
        <p:nvSpPr>
          <p:cNvPr id="46" name="Text 40"/>
          <p:cNvSpPr/>
          <p:nvPr/>
        </p:nvSpPr>
        <p:spPr>
          <a:xfrm>
            <a:off x="621792" y="44988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apps, all future apps, unlimited investment.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5029200" y="420624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029200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502920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€2,999</a:t>
            </a:r>
            <a:endParaRPr lang="en-US" sz="1400" dirty="0"/>
          </a:p>
        </p:txBody>
      </p:sp>
      <p:sp>
        <p:nvSpPr>
          <p:cNvPr id="50" name="Shape 44"/>
          <p:cNvSpPr/>
          <p:nvPr/>
        </p:nvSpPr>
        <p:spPr>
          <a:xfrm>
            <a:off x="6565392" y="420624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565392" y="42062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investment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6565392" y="4389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457200" y="4956048"/>
            <a:ext cx="8229600" cy="201168"/>
          </a:xfrm>
          <a:prstGeom prst="roundRect">
            <a:avLst>
              <a:gd name="adj" fmla="val 27273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at any time. No obligation to invest. Investment levels are maximums — not requirements.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 Membership Slides – Insert at position 22-25</dc:title>
  <dc:subject>PptxGenJS Presentation</dc:subject>
  <dc:creator>PptxGenJS</dc:creator>
  <cp:lastModifiedBy>PptxGenJS</cp:lastModifiedBy>
  <cp:revision>1</cp:revision>
  <dcterms:created xsi:type="dcterms:W3CDTF">2026-07-02T22:36:46Z</dcterms:created>
  <dcterms:modified xsi:type="dcterms:W3CDTF">2026-07-02T22:36:46Z</dcterms:modified>
</cp:coreProperties>
</file>